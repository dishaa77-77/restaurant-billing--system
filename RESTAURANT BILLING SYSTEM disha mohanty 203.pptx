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8" r:id="rId7"/>
    <p:sldId id="269" r:id="rId8"/>
    <p:sldId id="270" r:id="rId9"/>
    <p:sldId id="267"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161C349-E482-486D-8DEE-634AE205930F}" v="21" dt="2025-11-22T18:46:41.19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1" d="100"/>
          <a:sy n="111" d="100"/>
        </p:scale>
        <p:origin x="59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81780E-3922-D57B-9DBE-6B915878D99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86C1659-4868-235E-BBA6-83AEDC3F6AE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83214ED-8EF9-7322-30C4-9747474FC7C7}"/>
              </a:ext>
            </a:extLst>
          </p:cNvPr>
          <p:cNvSpPr>
            <a:spLocks noGrp="1"/>
          </p:cNvSpPr>
          <p:nvPr>
            <p:ph type="dt" sz="half" idx="10"/>
          </p:nvPr>
        </p:nvSpPr>
        <p:spPr/>
        <p:txBody>
          <a:bodyPr/>
          <a:lstStyle/>
          <a:p>
            <a:fld id="{B7C94A46-2986-4541-BA2B-AEB0EACDCA22}" type="datetimeFigureOut">
              <a:rPr lang="en-IN" smtClean="0"/>
              <a:t>22-11-2025</a:t>
            </a:fld>
            <a:endParaRPr lang="en-IN"/>
          </a:p>
        </p:txBody>
      </p:sp>
      <p:sp>
        <p:nvSpPr>
          <p:cNvPr id="5" name="Footer Placeholder 4">
            <a:extLst>
              <a:ext uri="{FF2B5EF4-FFF2-40B4-BE49-F238E27FC236}">
                <a16:creationId xmlns:a16="http://schemas.microsoft.com/office/drawing/2014/main" id="{1D8C9AB0-F68E-B2C2-D71D-31516D23463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D57B913-D255-E739-E391-8097AE10A87D}"/>
              </a:ext>
            </a:extLst>
          </p:cNvPr>
          <p:cNvSpPr>
            <a:spLocks noGrp="1"/>
          </p:cNvSpPr>
          <p:nvPr>
            <p:ph type="sldNum" sz="quarter" idx="12"/>
          </p:nvPr>
        </p:nvSpPr>
        <p:spPr/>
        <p:txBody>
          <a:bodyPr/>
          <a:lstStyle/>
          <a:p>
            <a:fld id="{212F19A5-20D7-4C07-8A6F-D3CBCF88D59E}" type="slidenum">
              <a:rPr lang="en-IN" smtClean="0"/>
              <a:t>‹#›</a:t>
            </a:fld>
            <a:endParaRPr lang="en-IN"/>
          </a:p>
        </p:txBody>
      </p:sp>
    </p:spTree>
    <p:extLst>
      <p:ext uri="{BB962C8B-B14F-4D97-AF65-F5344CB8AC3E}">
        <p14:creationId xmlns:p14="http://schemas.microsoft.com/office/powerpoint/2010/main" val="41589267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94E247-B87B-AEFD-1451-1F0C983FF36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9736576-E92A-BB94-1166-923E0D4F606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E285E80-5D2B-665D-C37F-A88A9459A43F}"/>
              </a:ext>
            </a:extLst>
          </p:cNvPr>
          <p:cNvSpPr>
            <a:spLocks noGrp="1"/>
          </p:cNvSpPr>
          <p:nvPr>
            <p:ph type="dt" sz="half" idx="10"/>
          </p:nvPr>
        </p:nvSpPr>
        <p:spPr/>
        <p:txBody>
          <a:bodyPr/>
          <a:lstStyle/>
          <a:p>
            <a:fld id="{B7C94A46-2986-4541-BA2B-AEB0EACDCA22}" type="datetimeFigureOut">
              <a:rPr lang="en-IN" smtClean="0"/>
              <a:t>22-11-2025</a:t>
            </a:fld>
            <a:endParaRPr lang="en-IN"/>
          </a:p>
        </p:txBody>
      </p:sp>
      <p:sp>
        <p:nvSpPr>
          <p:cNvPr id="5" name="Footer Placeholder 4">
            <a:extLst>
              <a:ext uri="{FF2B5EF4-FFF2-40B4-BE49-F238E27FC236}">
                <a16:creationId xmlns:a16="http://schemas.microsoft.com/office/drawing/2014/main" id="{01E9C2CA-3103-EB0B-F8F8-FEB2FC7A6EC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34D86B7-8D09-AAB0-E80B-2BC442D0BEA2}"/>
              </a:ext>
            </a:extLst>
          </p:cNvPr>
          <p:cNvSpPr>
            <a:spLocks noGrp="1"/>
          </p:cNvSpPr>
          <p:nvPr>
            <p:ph type="sldNum" sz="quarter" idx="12"/>
          </p:nvPr>
        </p:nvSpPr>
        <p:spPr/>
        <p:txBody>
          <a:bodyPr/>
          <a:lstStyle/>
          <a:p>
            <a:fld id="{212F19A5-20D7-4C07-8A6F-D3CBCF88D59E}" type="slidenum">
              <a:rPr lang="en-IN" smtClean="0"/>
              <a:t>‹#›</a:t>
            </a:fld>
            <a:endParaRPr lang="en-IN"/>
          </a:p>
        </p:txBody>
      </p:sp>
    </p:spTree>
    <p:extLst>
      <p:ext uri="{BB962C8B-B14F-4D97-AF65-F5344CB8AC3E}">
        <p14:creationId xmlns:p14="http://schemas.microsoft.com/office/powerpoint/2010/main" val="23360709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B3082-7E47-E4AD-6939-E93610B1DA7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DA209D4-7A53-AA8F-3619-263B7DBB094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B07E541-E305-9F20-887C-A04A57AE452D}"/>
              </a:ext>
            </a:extLst>
          </p:cNvPr>
          <p:cNvSpPr>
            <a:spLocks noGrp="1"/>
          </p:cNvSpPr>
          <p:nvPr>
            <p:ph type="dt" sz="half" idx="10"/>
          </p:nvPr>
        </p:nvSpPr>
        <p:spPr/>
        <p:txBody>
          <a:bodyPr/>
          <a:lstStyle/>
          <a:p>
            <a:fld id="{B7C94A46-2986-4541-BA2B-AEB0EACDCA22}" type="datetimeFigureOut">
              <a:rPr lang="en-IN" smtClean="0"/>
              <a:t>22-11-2025</a:t>
            </a:fld>
            <a:endParaRPr lang="en-IN"/>
          </a:p>
        </p:txBody>
      </p:sp>
      <p:sp>
        <p:nvSpPr>
          <p:cNvPr id="5" name="Footer Placeholder 4">
            <a:extLst>
              <a:ext uri="{FF2B5EF4-FFF2-40B4-BE49-F238E27FC236}">
                <a16:creationId xmlns:a16="http://schemas.microsoft.com/office/drawing/2014/main" id="{92B480EB-F6B5-6E5C-A8B5-B62DF7281EE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948B64B-374D-89C0-779F-AC1C5334CF7F}"/>
              </a:ext>
            </a:extLst>
          </p:cNvPr>
          <p:cNvSpPr>
            <a:spLocks noGrp="1"/>
          </p:cNvSpPr>
          <p:nvPr>
            <p:ph type="sldNum" sz="quarter" idx="12"/>
          </p:nvPr>
        </p:nvSpPr>
        <p:spPr/>
        <p:txBody>
          <a:bodyPr/>
          <a:lstStyle/>
          <a:p>
            <a:fld id="{212F19A5-20D7-4C07-8A6F-D3CBCF88D59E}" type="slidenum">
              <a:rPr lang="en-IN" smtClean="0"/>
              <a:t>‹#›</a:t>
            </a:fld>
            <a:endParaRPr lang="en-IN"/>
          </a:p>
        </p:txBody>
      </p:sp>
    </p:spTree>
    <p:extLst>
      <p:ext uri="{BB962C8B-B14F-4D97-AF65-F5344CB8AC3E}">
        <p14:creationId xmlns:p14="http://schemas.microsoft.com/office/powerpoint/2010/main" val="5717532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1BB0F4-9440-8F0B-4F15-6B623726211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83616C5-8C61-7899-7939-1AEB79F4356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D1E2D75-BF16-8C99-0B02-BA963DE265B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7667947-89E1-3B3C-9B1F-DB6D8DD20BAD}"/>
              </a:ext>
            </a:extLst>
          </p:cNvPr>
          <p:cNvSpPr>
            <a:spLocks noGrp="1"/>
          </p:cNvSpPr>
          <p:nvPr>
            <p:ph type="dt" sz="half" idx="10"/>
          </p:nvPr>
        </p:nvSpPr>
        <p:spPr/>
        <p:txBody>
          <a:bodyPr/>
          <a:lstStyle/>
          <a:p>
            <a:fld id="{B7C94A46-2986-4541-BA2B-AEB0EACDCA22}" type="datetimeFigureOut">
              <a:rPr lang="en-IN" smtClean="0"/>
              <a:t>22-11-2025</a:t>
            </a:fld>
            <a:endParaRPr lang="en-IN"/>
          </a:p>
        </p:txBody>
      </p:sp>
      <p:sp>
        <p:nvSpPr>
          <p:cNvPr id="6" name="Footer Placeholder 5">
            <a:extLst>
              <a:ext uri="{FF2B5EF4-FFF2-40B4-BE49-F238E27FC236}">
                <a16:creationId xmlns:a16="http://schemas.microsoft.com/office/drawing/2014/main" id="{EC25ED3A-0304-ED6C-1A68-1F6012F5184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2E4F0FB-E775-24D9-9268-8D0C992E898B}"/>
              </a:ext>
            </a:extLst>
          </p:cNvPr>
          <p:cNvSpPr>
            <a:spLocks noGrp="1"/>
          </p:cNvSpPr>
          <p:nvPr>
            <p:ph type="sldNum" sz="quarter" idx="12"/>
          </p:nvPr>
        </p:nvSpPr>
        <p:spPr/>
        <p:txBody>
          <a:bodyPr/>
          <a:lstStyle/>
          <a:p>
            <a:fld id="{212F19A5-20D7-4C07-8A6F-D3CBCF88D59E}" type="slidenum">
              <a:rPr lang="en-IN" smtClean="0"/>
              <a:t>‹#›</a:t>
            </a:fld>
            <a:endParaRPr lang="en-IN"/>
          </a:p>
        </p:txBody>
      </p:sp>
    </p:spTree>
    <p:extLst>
      <p:ext uri="{BB962C8B-B14F-4D97-AF65-F5344CB8AC3E}">
        <p14:creationId xmlns:p14="http://schemas.microsoft.com/office/powerpoint/2010/main" val="40988748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C0D3D9-835A-1BBB-1653-AA3B9DFB719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C327A93-9C7C-BC2E-349D-1B558B8DE50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ED8B065-EF27-93B8-2EB2-F741210A099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89942CB-3218-0735-3C3A-B63C3C34BE7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F410577-5969-D8E2-D317-43C948D9AC1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3CC5A83-5656-398D-6334-6E5DDF0DD418}"/>
              </a:ext>
            </a:extLst>
          </p:cNvPr>
          <p:cNvSpPr>
            <a:spLocks noGrp="1"/>
          </p:cNvSpPr>
          <p:nvPr>
            <p:ph type="dt" sz="half" idx="10"/>
          </p:nvPr>
        </p:nvSpPr>
        <p:spPr/>
        <p:txBody>
          <a:bodyPr/>
          <a:lstStyle/>
          <a:p>
            <a:fld id="{B7C94A46-2986-4541-BA2B-AEB0EACDCA22}" type="datetimeFigureOut">
              <a:rPr lang="en-IN" smtClean="0"/>
              <a:t>22-11-2025</a:t>
            </a:fld>
            <a:endParaRPr lang="en-IN"/>
          </a:p>
        </p:txBody>
      </p:sp>
      <p:sp>
        <p:nvSpPr>
          <p:cNvPr id="8" name="Footer Placeholder 7">
            <a:extLst>
              <a:ext uri="{FF2B5EF4-FFF2-40B4-BE49-F238E27FC236}">
                <a16:creationId xmlns:a16="http://schemas.microsoft.com/office/drawing/2014/main" id="{6490E81D-A620-7678-198F-4514BE49999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8005912-CE1F-3E15-1DBE-6681B5EDBB23}"/>
              </a:ext>
            </a:extLst>
          </p:cNvPr>
          <p:cNvSpPr>
            <a:spLocks noGrp="1"/>
          </p:cNvSpPr>
          <p:nvPr>
            <p:ph type="sldNum" sz="quarter" idx="12"/>
          </p:nvPr>
        </p:nvSpPr>
        <p:spPr/>
        <p:txBody>
          <a:bodyPr/>
          <a:lstStyle/>
          <a:p>
            <a:fld id="{212F19A5-20D7-4C07-8A6F-D3CBCF88D59E}" type="slidenum">
              <a:rPr lang="en-IN" smtClean="0"/>
              <a:t>‹#›</a:t>
            </a:fld>
            <a:endParaRPr lang="en-IN"/>
          </a:p>
        </p:txBody>
      </p:sp>
    </p:spTree>
    <p:extLst>
      <p:ext uri="{BB962C8B-B14F-4D97-AF65-F5344CB8AC3E}">
        <p14:creationId xmlns:p14="http://schemas.microsoft.com/office/powerpoint/2010/main" val="11340135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923A2-4468-F606-7A8B-6290177689E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10EF807-034B-CB6E-0F40-D351DA085DF5}"/>
              </a:ext>
            </a:extLst>
          </p:cNvPr>
          <p:cNvSpPr>
            <a:spLocks noGrp="1"/>
          </p:cNvSpPr>
          <p:nvPr>
            <p:ph type="dt" sz="half" idx="10"/>
          </p:nvPr>
        </p:nvSpPr>
        <p:spPr/>
        <p:txBody>
          <a:bodyPr/>
          <a:lstStyle/>
          <a:p>
            <a:fld id="{B7C94A46-2986-4541-BA2B-AEB0EACDCA22}" type="datetimeFigureOut">
              <a:rPr lang="en-IN" smtClean="0"/>
              <a:t>22-11-2025</a:t>
            </a:fld>
            <a:endParaRPr lang="en-IN"/>
          </a:p>
        </p:txBody>
      </p:sp>
      <p:sp>
        <p:nvSpPr>
          <p:cNvPr id="4" name="Footer Placeholder 3">
            <a:extLst>
              <a:ext uri="{FF2B5EF4-FFF2-40B4-BE49-F238E27FC236}">
                <a16:creationId xmlns:a16="http://schemas.microsoft.com/office/drawing/2014/main" id="{78882064-AD6C-6F33-3CA9-95AB745CC33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CFDF45E-4794-D2C7-D3A4-8F97B4727861}"/>
              </a:ext>
            </a:extLst>
          </p:cNvPr>
          <p:cNvSpPr>
            <a:spLocks noGrp="1"/>
          </p:cNvSpPr>
          <p:nvPr>
            <p:ph type="sldNum" sz="quarter" idx="12"/>
          </p:nvPr>
        </p:nvSpPr>
        <p:spPr/>
        <p:txBody>
          <a:bodyPr/>
          <a:lstStyle/>
          <a:p>
            <a:fld id="{212F19A5-20D7-4C07-8A6F-D3CBCF88D59E}" type="slidenum">
              <a:rPr lang="en-IN" smtClean="0"/>
              <a:t>‹#›</a:t>
            </a:fld>
            <a:endParaRPr lang="en-IN"/>
          </a:p>
        </p:txBody>
      </p:sp>
    </p:spTree>
    <p:extLst>
      <p:ext uri="{BB962C8B-B14F-4D97-AF65-F5344CB8AC3E}">
        <p14:creationId xmlns:p14="http://schemas.microsoft.com/office/powerpoint/2010/main" val="41200472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6ADF4C-225D-F028-3C38-9AE5530A1BD2}"/>
              </a:ext>
            </a:extLst>
          </p:cNvPr>
          <p:cNvSpPr>
            <a:spLocks noGrp="1"/>
          </p:cNvSpPr>
          <p:nvPr>
            <p:ph type="dt" sz="half" idx="10"/>
          </p:nvPr>
        </p:nvSpPr>
        <p:spPr/>
        <p:txBody>
          <a:bodyPr/>
          <a:lstStyle/>
          <a:p>
            <a:fld id="{B7C94A46-2986-4541-BA2B-AEB0EACDCA22}" type="datetimeFigureOut">
              <a:rPr lang="en-IN" smtClean="0"/>
              <a:t>22-11-2025</a:t>
            </a:fld>
            <a:endParaRPr lang="en-IN"/>
          </a:p>
        </p:txBody>
      </p:sp>
      <p:sp>
        <p:nvSpPr>
          <p:cNvPr id="3" name="Footer Placeholder 2">
            <a:extLst>
              <a:ext uri="{FF2B5EF4-FFF2-40B4-BE49-F238E27FC236}">
                <a16:creationId xmlns:a16="http://schemas.microsoft.com/office/drawing/2014/main" id="{44E3927D-8120-534B-024B-EB7909E55CA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C544758-0CB3-2201-BDD3-B8DE2ACABF93}"/>
              </a:ext>
            </a:extLst>
          </p:cNvPr>
          <p:cNvSpPr>
            <a:spLocks noGrp="1"/>
          </p:cNvSpPr>
          <p:nvPr>
            <p:ph type="sldNum" sz="quarter" idx="12"/>
          </p:nvPr>
        </p:nvSpPr>
        <p:spPr/>
        <p:txBody>
          <a:bodyPr/>
          <a:lstStyle/>
          <a:p>
            <a:fld id="{212F19A5-20D7-4C07-8A6F-D3CBCF88D59E}" type="slidenum">
              <a:rPr lang="en-IN" smtClean="0"/>
              <a:t>‹#›</a:t>
            </a:fld>
            <a:endParaRPr lang="en-IN"/>
          </a:p>
        </p:txBody>
      </p:sp>
    </p:spTree>
    <p:extLst>
      <p:ext uri="{BB962C8B-B14F-4D97-AF65-F5344CB8AC3E}">
        <p14:creationId xmlns:p14="http://schemas.microsoft.com/office/powerpoint/2010/main" val="10313223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7C03D-79D6-E463-93F9-8EA076BD3E1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F221FF3-AB72-BA1D-47B6-1CB21021F70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03F9660-313C-7E60-8E83-141A77FC46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48770B0-706D-B65B-DE50-3634C37FF6D6}"/>
              </a:ext>
            </a:extLst>
          </p:cNvPr>
          <p:cNvSpPr>
            <a:spLocks noGrp="1"/>
          </p:cNvSpPr>
          <p:nvPr>
            <p:ph type="dt" sz="half" idx="10"/>
          </p:nvPr>
        </p:nvSpPr>
        <p:spPr/>
        <p:txBody>
          <a:bodyPr/>
          <a:lstStyle/>
          <a:p>
            <a:fld id="{B7C94A46-2986-4541-BA2B-AEB0EACDCA22}" type="datetimeFigureOut">
              <a:rPr lang="en-IN" smtClean="0"/>
              <a:t>22-11-2025</a:t>
            </a:fld>
            <a:endParaRPr lang="en-IN"/>
          </a:p>
        </p:txBody>
      </p:sp>
      <p:sp>
        <p:nvSpPr>
          <p:cNvPr id="6" name="Footer Placeholder 5">
            <a:extLst>
              <a:ext uri="{FF2B5EF4-FFF2-40B4-BE49-F238E27FC236}">
                <a16:creationId xmlns:a16="http://schemas.microsoft.com/office/drawing/2014/main" id="{37B5C213-2B6B-82AE-B11E-994E1E8DFB9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E054FE0-0050-5272-195B-763B9E761D4A}"/>
              </a:ext>
            </a:extLst>
          </p:cNvPr>
          <p:cNvSpPr>
            <a:spLocks noGrp="1"/>
          </p:cNvSpPr>
          <p:nvPr>
            <p:ph type="sldNum" sz="quarter" idx="12"/>
          </p:nvPr>
        </p:nvSpPr>
        <p:spPr/>
        <p:txBody>
          <a:bodyPr/>
          <a:lstStyle/>
          <a:p>
            <a:fld id="{212F19A5-20D7-4C07-8A6F-D3CBCF88D59E}" type="slidenum">
              <a:rPr lang="en-IN" smtClean="0"/>
              <a:t>‹#›</a:t>
            </a:fld>
            <a:endParaRPr lang="en-IN"/>
          </a:p>
        </p:txBody>
      </p:sp>
    </p:spTree>
    <p:extLst>
      <p:ext uri="{BB962C8B-B14F-4D97-AF65-F5344CB8AC3E}">
        <p14:creationId xmlns:p14="http://schemas.microsoft.com/office/powerpoint/2010/main" val="15306871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573E9-DADE-709C-2DB7-F6D361A2B78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1B1B1F2-612F-8ADF-9045-62A2A850FB9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05CAAB5-95F0-D2FD-95DF-86193A1BEE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446C07D-CCE1-D956-E49D-43900591A6AF}"/>
              </a:ext>
            </a:extLst>
          </p:cNvPr>
          <p:cNvSpPr>
            <a:spLocks noGrp="1"/>
          </p:cNvSpPr>
          <p:nvPr>
            <p:ph type="dt" sz="half" idx="10"/>
          </p:nvPr>
        </p:nvSpPr>
        <p:spPr/>
        <p:txBody>
          <a:bodyPr/>
          <a:lstStyle/>
          <a:p>
            <a:fld id="{B7C94A46-2986-4541-BA2B-AEB0EACDCA22}" type="datetimeFigureOut">
              <a:rPr lang="en-IN" smtClean="0"/>
              <a:t>22-11-2025</a:t>
            </a:fld>
            <a:endParaRPr lang="en-IN"/>
          </a:p>
        </p:txBody>
      </p:sp>
      <p:sp>
        <p:nvSpPr>
          <p:cNvPr id="6" name="Footer Placeholder 5">
            <a:extLst>
              <a:ext uri="{FF2B5EF4-FFF2-40B4-BE49-F238E27FC236}">
                <a16:creationId xmlns:a16="http://schemas.microsoft.com/office/drawing/2014/main" id="{EC735E7C-1DD5-D4A7-D4B3-910DB796FB4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05B7C95-2E6B-AAFD-3AEC-1DC5D55B88B0}"/>
              </a:ext>
            </a:extLst>
          </p:cNvPr>
          <p:cNvSpPr>
            <a:spLocks noGrp="1"/>
          </p:cNvSpPr>
          <p:nvPr>
            <p:ph type="sldNum" sz="quarter" idx="12"/>
          </p:nvPr>
        </p:nvSpPr>
        <p:spPr/>
        <p:txBody>
          <a:bodyPr/>
          <a:lstStyle/>
          <a:p>
            <a:fld id="{212F19A5-20D7-4C07-8A6F-D3CBCF88D59E}" type="slidenum">
              <a:rPr lang="en-IN" smtClean="0"/>
              <a:t>‹#›</a:t>
            </a:fld>
            <a:endParaRPr lang="en-IN"/>
          </a:p>
        </p:txBody>
      </p:sp>
    </p:spTree>
    <p:extLst>
      <p:ext uri="{BB962C8B-B14F-4D97-AF65-F5344CB8AC3E}">
        <p14:creationId xmlns:p14="http://schemas.microsoft.com/office/powerpoint/2010/main" val="40717270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990E3B-A4C3-B63E-FD7B-BEDDF76A654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BA8608B-D62F-7814-D70B-E254D2E4E33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6192BAD-7359-7CDD-9E8E-104C6FBEA812}"/>
              </a:ext>
            </a:extLst>
          </p:cNvPr>
          <p:cNvSpPr>
            <a:spLocks noGrp="1"/>
          </p:cNvSpPr>
          <p:nvPr>
            <p:ph type="dt" sz="half" idx="10"/>
          </p:nvPr>
        </p:nvSpPr>
        <p:spPr/>
        <p:txBody>
          <a:bodyPr/>
          <a:lstStyle/>
          <a:p>
            <a:fld id="{B7C94A46-2986-4541-BA2B-AEB0EACDCA22}" type="datetimeFigureOut">
              <a:rPr lang="en-IN" smtClean="0"/>
              <a:t>22-11-2025</a:t>
            </a:fld>
            <a:endParaRPr lang="en-IN"/>
          </a:p>
        </p:txBody>
      </p:sp>
      <p:sp>
        <p:nvSpPr>
          <p:cNvPr id="5" name="Footer Placeholder 4">
            <a:extLst>
              <a:ext uri="{FF2B5EF4-FFF2-40B4-BE49-F238E27FC236}">
                <a16:creationId xmlns:a16="http://schemas.microsoft.com/office/drawing/2014/main" id="{F73F7736-6AE0-AE10-E99A-E09A627BA94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D47D815-AAC5-6E43-B315-9EEEB3551D70}"/>
              </a:ext>
            </a:extLst>
          </p:cNvPr>
          <p:cNvSpPr>
            <a:spLocks noGrp="1"/>
          </p:cNvSpPr>
          <p:nvPr>
            <p:ph type="sldNum" sz="quarter" idx="12"/>
          </p:nvPr>
        </p:nvSpPr>
        <p:spPr/>
        <p:txBody>
          <a:bodyPr/>
          <a:lstStyle/>
          <a:p>
            <a:fld id="{212F19A5-20D7-4C07-8A6F-D3CBCF88D59E}" type="slidenum">
              <a:rPr lang="en-IN" smtClean="0"/>
              <a:t>‹#›</a:t>
            </a:fld>
            <a:endParaRPr lang="en-IN"/>
          </a:p>
        </p:txBody>
      </p:sp>
    </p:spTree>
    <p:extLst>
      <p:ext uri="{BB962C8B-B14F-4D97-AF65-F5344CB8AC3E}">
        <p14:creationId xmlns:p14="http://schemas.microsoft.com/office/powerpoint/2010/main" val="16727839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E51A63D-7CCF-8899-D90A-C916F366C3A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477E81B-EDBB-836A-0B9C-50331C59E99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519E8E5-DCA3-307E-EABA-6F60E1F60A3F}"/>
              </a:ext>
            </a:extLst>
          </p:cNvPr>
          <p:cNvSpPr>
            <a:spLocks noGrp="1"/>
          </p:cNvSpPr>
          <p:nvPr>
            <p:ph type="dt" sz="half" idx="10"/>
          </p:nvPr>
        </p:nvSpPr>
        <p:spPr/>
        <p:txBody>
          <a:bodyPr/>
          <a:lstStyle/>
          <a:p>
            <a:fld id="{B7C94A46-2986-4541-BA2B-AEB0EACDCA22}" type="datetimeFigureOut">
              <a:rPr lang="en-IN" smtClean="0"/>
              <a:t>22-11-2025</a:t>
            </a:fld>
            <a:endParaRPr lang="en-IN"/>
          </a:p>
        </p:txBody>
      </p:sp>
      <p:sp>
        <p:nvSpPr>
          <p:cNvPr id="5" name="Footer Placeholder 4">
            <a:extLst>
              <a:ext uri="{FF2B5EF4-FFF2-40B4-BE49-F238E27FC236}">
                <a16:creationId xmlns:a16="http://schemas.microsoft.com/office/drawing/2014/main" id="{CE89455B-E7B2-B71B-CDFC-D2680D674D4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61C658-EBDB-28A0-CB94-A9441A7121FE}"/>
              </a:ext>
            </a:extLst>
          </p:cNvPr>
          <p:cNvSpPr>
            <a:spLocks noGrp="1"/>
          </p:cNvSpPr>
          <p:nvPr>
            <p:ph type="sldNum" sz="quarter" idx="12"/>
          </p:nvPr>
        </p:nvSpPr>
        <p:spPr/>
        <p:txBody>
          <a:bodyPr/>
          <a:lstStyle/>
          <a:p>
            <a:fld id="{212F19A5-20D7-4C07-8A6F-D3CBCF88D59E}" type="slidenum">
              <a:rPr lang="en-IN" smtClean="0"/>
              <a:t>‹#›</a:t>
            </a:fld>
            <a:endParaRPr lang="en-IN"/>
          </a:p>
        </p:txBody>
      </p:sp>
    </p:spTree>
    <p:extLst>
      <p:ext uri="{BB962C8B-B14F-4D97-AF65-F5344CB8AC3E}">
        <p14:creationId xmlns:p14="http://schemas.microsoft.com/office/powerpoint/2010/main" val="27744229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85ABDA4-E6CB-37A0-846D-AB0C73E331E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8323303-79A6-EF60-C10D-CD2A05AC423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A8F3FCA-00F0-BD57-7B8B-04A85FF135C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7C94A46-2986-4541-BA2B-AEB0EACDCA22}" type="datetimeFigureOut">
              <a:rPr lang="en-IN" smtClean="0"/>
              <a:t>22-11-2025</a:t>
            </a:fld>
            <a:endParaRPr lang="en-IN"/>
          </a:p>
        </p:txBody>
      </p:sp>
      <p:sp>
        <p:nvSpPr>
          <p:cNvPr id="5" name="Footer Placeholder 4">
            <a:extLst>
              <a:ext uri="{FF2B5EF4-FFF2-40B4-BE49-F238E27FC236}">
                <a16:creationId xmlns:a16="http://schemas.microsoft.com/office/drawing/2014/main" id="{9D377963-3F93-1373-561A-13F212B6B07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3003ACF-9CFE-2A61-9C68-2295AA5B693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12F19A5-20D7-4C07-8A6F-D3CBCF88D59E}" type="slidenum">
              <a:rPr lang="en-IN" smtClean="0"/>
              <a:t>‹#›</a:t>
            </a:fld>
            <a:endParaRPr lang="en-IN"/>
          </a:p>
        </p:txBody>
      </p:sp>
    </p:spTree>
    <p:extLst>
      <p:ext uri="{BB962C8B-B14F-4D97-AF65-F5344CB8AC3E}">
        <p14:creationId xmlns:p14="http://schemas.microsoft.com/office/powerpoint/2010/main" val="21857542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8C094-E64C-D34A-679C-13CCCEB771D0}"/>
              </a:ext>
            </a:extLst>
          </p:cNvPr>
          <p:cNvSpPr>
            <a:spLocks noGrp="1"/>
          </p:cNvSpPr>
          <p:nvPr>
            <p:ph type="ctrTitle"/>
          </p:nvPr>
        </p:nvSpPr>
        <p:spPr>
          <a:xfrm>
            <a:off x="2244397" y="334194"/>
            <a:ext cx="9144000" cy="1913466"/>
          </a:xfrm>
        </p:spPr>
        <p:txBody>
          <a:bodyPr/>
          <a:lstStyle/>
          <a:p>
            <a:r>
              <a:rPr lang="en-IN" b="1" dirty="0"/>
              <a:t>SCHOOL OF ENGINEERING AND TECHNOLOGY </a:t>
            </a:r>
          </a:p>
        </p:txBody>
      </p:sp>
      <p:sp>
        <p:nvSpPr>
          <p:cNvPr id="3" name="Subtitle 2">
            <a:extLst>
              <a:ext uri="{FF2B5EF4-FFF2-40B4-BE49-F238E27FC236}">
                <a16:creationId xmlns:a16="http://schemas.microsoft.com/office/drawing/2014/main" id="{67BDEFBC-136C-08D0-F55B-F1419D7F5210}"/>
              </a:ext>
            </a:extLst>
          </p:cNvPr>
          <p:cNvSpPr>
            <a:spLocks noGrp="1"/>
          </p:cNvSpPr>
          <p:nvPr>
            <p:ph type="subTitle" idx="1"/>
          </p:nvPr>
        </p:nvSpPr>
        <p:spPr>
          <a:xfrm>
            <a:off x="3281140" y="2626903"/>
            <a:ext cx="7070514" cy="3877733"/>
          </a:xfrm>
        </p:spPr>
        <p:txBody>
          <a:bodyPr>
            <a:normAutofit fontScale="85000" lnSpcReduction="20000"/>
          </a:bodyPr>
          <a:lstStyle/>
          <a:p>
            <a:r>
              <a:rPr lang="en-IN" sz="4000" b="1" dirty="0"/>
              <a:t>PRESENTATION ON</a:t>
            </a:r>
          </a:p>
          <a:p>
            <a:r>
              <a:rPr lang="en-IN" sz="4000" b="1" dirty="0"/>
              <a:t>  RESTAURANT BILLING SYSTEM</a:t>
            </a:r>
          </a:p>
          <a:p>
            <a:endParaRPr lang="en-IN" sz="4000" b="1" dirty="0"/>
          </a:p>
          <a:p>
            <a:pPr algn="l"/>
            <a:r>
              <a:rPr lang="en-IN" sz="2800" dirty="0"/>
              <a:t>NAME – </a:t>
            </a:r>
            <a:r>
              <a:rPr lang="en-IN" sz="2800" b="1" dirty="0"/>
              <a:t>DISHA MOHANTY</a:t>
            </a:r>
          </a:p>
          <a:p>
            <a:pPr algn="l"/>
            <a:r>
              <a:rPr lang="en-IN" sz="2800" dirty="0"/>
              <a:t>REGD . NO – </a:t>
            </a:r>
            <a:r>
              <a:rPr lang="en-IN" sz="2800" b="1" dirty="0"/>
              <a:t>250301370203</a:t>
            </a:r>
          </a:p>
          <a:p>
            <a:pPr algn="l"/>
            <a:r>
              <a:rPr lang="en-IN" sz="2800" dirty="0"/>
              <a:t>SUBJECT – </a:t>
            </a:r>
            <a:r>
              <a:rPr lang="en-IN" sz="2800" b="1" dirty="0"/>
              <a:t> PROGRAMMING IN C </a:t>
            </a:r>
          </a:p>
          <a:p>
            <a:pPr algn="l"/>
            <a:r>
              <a:rPr lang="en-IN" sz="2800" dirty="0"/>
              <a:t>PROGRAM/BRANCH – </a:t>
            </a:r>
            <a:r>
              <a:rPr lang="en-IN" sz="2800" b="1" dirty="0"/>
              <a:t>BTEC CSE “AIML”</a:t>
            </a:r>
          </a:p>
          <a:p>
            <a:pPr algn="l"/>
            <a:r>
              <a:rPr lang="en-IN" sz="2800" dirty="0"/>
              <a:t>ACADAMIC YEAR – </a:t>
            </a:r>
            <a:r>
              <a:rPr lang="en-IN" sz="2800" b="1" dirty="0"/>
              <a:t>2025-2026</a:t>
            </a:r>
          </a:p>
          <a:p>
            <a:pPr algn="l"/>
            <a:r>
              <a:rPr lang="en-IN" sz="2800" dirty="0"/>
              <a:t>SEMISTAR – </a:t>
            </a:r>
            <a:r>
              <a:rPr lang="en-IN" sz="2800" b="1" dirty="0"/>
              <a:t>1</a:t>
            </a:r>
            <a:r>
              <a:rPr lang="en-IN" sz="2800" b="1" baseline="30000" dirty="0"/>
              <a:t>ST</a:t>
            </a:r>
            <a:r>
              <a:rPr lang="en-IN" sz="2800" b="1" dirty="0"/>
              <a:t> </a:t>
            </a:r>
          </a:p>
          <a:p>
            <a:endParaRPr lang="en-IN" sz="2800" dirty="0"/>
          </a:p>
        </p:txBody>
      </p:sp>
      <p:pic>
        <p:nvPicPr>
          <p:cNvPr id="1026" name="Picture 2">
            <a:extLst>
              <a:ext uri="{FF2B5EF4-FFF2-40B4-BE49-F238E27FC236}">
                <a16:creationId xmlns:a16="http://schemas.microsoft.com/office/drawing/2014/main" id="{0FC4F999-8F03-8C59-D5DB-B4EBB83ABE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7339" y="118534"/>
            <a:ext cx="1957058" cy="2387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914282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17656-9823-4EB9-0DB6-25DEFD642850}"/>
              </a:ext>
            </a:extLst>
          </p:cNvPr>
          <p:cNvSpPr>
            <a:spLocks noGrp="1"/>
          </p:cNvSpPr>
          <p:nvPr>
            <p:ph type="title"/>
          </p:nvPr>
        </p:nvSpPr>
        <p:spPr>
          <a:xfrm>
            <a:off x="838200" y="500062"/>
            <a:ext cx="10515600" cy="1325563"/>
          </a:xfrm>
        </p:spPr>
        <p:txBody>
          <a:bodyPr>
            <a:normAutofit/>
          </a:bodyPr>
          <a:lstStyle/>
          <a:p>
            <a:pPr algn="ctr"/>
            <a:r>
              <a:rPr lang="en-IN" sz="5400" b="1" dirty="0"/>
              <a:t>INDEX</a:t>
            </a:r>
          </a:p>
        </p:txBody>
      </p:sp>
      <p:sp>
        <p:nvSpPr>
          <p:cNvPr id="3" name="Content Placeholder 2">
            <a:extLst>
              <a:ext uri="{FF2B5EF4-FFF2-40B4-BE49-F238E27FC236}">
                <a16:creationId xmlns:a16="http://schemas.microsoft.com/office/drawing/2014/main" id="{3440AEE8-6DCF-66E1-69AC-F1FC64C1CCAC}"/>
              </a:ext>
            </a:extLst>
          </p:cNvPr>
          <p:cNvSpPr>
            <a:spLocks noGrp="1"/>
          </p:cNvSpPr>
          <p:nvPr>
            <p:ph idx="1"/>
          </p:nvPr>
        </p:nvSpPr>
        <p:spPr/>
        <p:txBody>
          <a:bodyPr>
            <a:normAutofit/>
          </a:bodyPr>
          <a:lstStyle/>
          <a:p>
            <a:pPr marL="0" indent="0">
              <a:buNone/>
            </a:pPr>
            <a:endParaRPr lang="en-IN" dirty="0"/>
          </a:p>
          <a:p>
            <a:r>
              <a:rPr lang="en-IN" dirty="0"/>
              <a:t>INTRODUCTION TO</a:t>
            </a:r>
            <a:r>
              <a:rPr lang="en-IN" b="1" dirty="0"/>
              <a:t> </a:t>
            </a:r>
            <a:r>
              <a:rPr lang="en-IN" dirty="0"/>
              <a:t>RESTAURANT BILLING SYSTEM </a:t>
            </a:r>
          </a:p>
          <a:p>
            <a:r>
              <a:rPr lang="en-IN" dirty="0"/>
              <a:t>PROBLEM STATEMENT </a:t>
            </a:r>
          </a:p>
          <a:p>
            <a:r>
              <a:rPr lang="en-IN" dirty="0"/>
              <a:t>OBJECTIVE OF THE PROJECT </a:t>
            </a:r>
          </a:p>
          <a:p>
            <a:r>
              <a:rPr lang="en-IN" dirty="0"/>
              <a:t>FEATURES OF THE SYSTEM </a:t>
            </a:r>
          </a:p>
          <a:p>
            <a:r>
              <a:rPr lang="en-IN" dirty="0"/>
              <a:t>SOME PICTURES OF THE PROJECT  </a:t>
            </a:r>
          </a:p>
          <a:p>
            <a:r>
              <a:rPr lang="en-IN" dirty="0"/>
              <a:t>CONCLUSION </a:t>
            </a:r>
          </a:p>
          <a:p>
            <a:endParaRPr lang="en-IN" dirty="0"/>
          </a:p>
        </p:txBody>
      </p:sp>
    </p:spTree>
    <p:extLst>
      <p:ext uri="{BB962C8B-B14F-4D97-AF65-F5344CB8AC3E}">
        <p14:creationId xmlns:p14="http://schemas.microsoft.com/office/powerpoint/2010/main" val="23425620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B146AA-1D01-14D6-22D1-9946C35C8B36}"/>
              </a:ext>
            </a:extLst>
          </p:cNvPr>
          <p:cNvSpPr>
            <a:spLocks noGrp="1"/>
          </p:cNvSpPr>
          <p:nvPr>
            <p:ph type="title"/>
          </p:nvPr>
        </p:nvSpPr>
        <p:spPr/>
        <p:txBody>
          <a:bodyPr>
            <a:normAutofit fontScale="90000"/>
          </a:bodyPr>
          <a:lstStyle/>
          <a:p>
            <a:pPr algn="ctr"/>
            <a:r>
              <a:rPr lang="en-IN" sz="5400" b="1" dirty="0"/>
              <a:t>INTRODUCTION TO RESTAURANT BILLING SYSTEM </a:t>
            </a:r>
          </a:p>
        </p:txBody>
      </p:sp>
      <p:sp>
        <p:nvSpPr>
          <p:cNvPr id="3" name="Content Placeholder 2">
            <a:extLst>
              <a:ext uri="{FF2B5EF4-FFF2-40B4-BE49-F238E27FC236}">
                <a16:creationId xmlns:a16="http://schemas.microsoft.com/office/drawing/2014/main" id="{DFFEF4D0-FA7E-41FA-0C22-5092C289A22B}"/>
              </a:ext>
            </a:extLst>
          </p:cNvPr>
          <p:cNvSpPr>
            <a:spLocks noGrp="1"/>
          </p:cNvSpPr>
          <p:nvPr>
            <p:ph idx="1"/>
          </p:nvPr>
        </p:nvSpPr>
        <p:spPr>
          <a:xfrm>
            <a:off x="838200" y="2025650"/>
            <a:ext cx="7102642" cy="4351338"/>
          </a:xfrm>
        </p:spPr>
        <p:txBody>
          <a:bodyPr>
            <a:normAutofit fontScale="92500" lnSpcReduction="10000"/>
          </a:bodyPr>
          <a:lstStyle/>
          <a:p>
            <a:r>
              <a:rPr lang="en-US" sz="3600" dirty="0"/>
              <a:t>The </a:t>
            </a:r>
            <a:r>
              <a:rPr lang="en-US" sz="3600" b="1" dirty="0"/>
              <a:t>Restaurant Billing System</a:t>
            </a:r>
            <a:r>
              <a:rPr lang="en-US" sz="3600" dirty="0"/>
              <a:t> is a software-based solution designed to simplify and computerize the billing and menu management process in restaurants. Instead of writing bills manually and maintaining handwritten records, this system automatically calculates total bill amount, applies discount and GST, and updates stock after every order.</a:t>
            </a:r>
            <a:endParaRPr lang="en-IN" sz="3600" dirty="0"/>
          </a:p>
        </p:txBody>
      </p:sp>
      <p:pic>
        <p:nvPicPr>
          <p:cNvPr id="1026" name="Picture 2" descr="GitHub - dalpat98/Restaurant-bill-generation-in-C: C Program for Restaurant  Bill Generation">
            <a:extLst>
              <a:ext uri="{FF2B5EF4-FFF2-40B4-BE49-F238E27FC236}">
                <a16:creationId xmlns:a16="http://schemas.microsoft.com/office/drawing/2014/main" id="{8B17E468-43E0-C7F7-B9CF-3607EED42C0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0248"/>
          <a:stretch>
            <a:fillRect/>
          </a:stretch>
        </p:blipFill>
        <p:spPr bwMode="auto">
          <a:xfrm>
            <a:off x="8625368" y="2025650"/>
            <a:ext cx="2543684" cy="33642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96515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AC633-0772-803C-C87B-81AC65469516}"/>
              </a:ext>
            </a:extLst>
          </p:cNvPr>
          <p:cNvSpPr>
            <a:spLocks noGrp="1"/>
          </p:cNvSpPr>
          <p:nvPr>
            <p:ph type="title"/>
          </p:nvPr>
        </p:nvSpPr>
        <p:spPr>
          <a:xfrm>
            <a:off x="838200" y="365125"/>
            <a:ext cx="10515600" cy="1325563"/>
          </a:xfrm>
        </p:spPr>
        <p:txBody>
          <a:bodyPr>
            <a:normAutofit/>
          </a:bodyPr>
          <a:lstStyle/>
          <a:p>
            <a:pPr algn="ctr"/>
            <a:r>
              <a:rPr lang="en-IN" sz="5400" b="1" dirty="0"/>
              <a:t>PROBLEM STATEMENT</a:t>
            </a:r>
          </a:p>
        </p:txBody>
      </p:sp>
      <p:sp>
        <p:nvSpPr>
          <p:cNvPr id="5" name="Content Placeholder 4">
            <a:extLst>
              <a:ext uri="{FF2B5EF4-FFF2-40B4-BE49-F238E27FC236}">
                <a16:creationId xmlns:a16="http://schemas.microsoft.com/office/drawing/2014/main" id="{7188061E-ED8E-F38B-4A6F-41A664CA6832}"/>
              </a:ext>
            </a:extLst>
          </p:cNvPr>
          <p:cNvSpPr>
            <a:spLocks noGrp="1"/>
          </p:cNvSpPr>
          <p:nvPr>
            <p:ph idx="1"/>
          </p:nvPr>
        </p:nvSpPr>
        <p:spPr>
          <a:xfrm>
            <a:off x="751934" y="1886009"/>
            <a:ext cx="11264661" cy="5575839"/>
          </a:xfrm>
        </p:spPr>
        <p:txBody>
          <a:bodyPr>
            <a:normAutofit/>
          </a:bodyPr>
          <a:lstStyle/>
          <a:p>
            <a:r>
              <a:rPr lang="en-US" sz="3600" dirty="0"/>
              <a:t>Most restaurants still use </a:t>
            </a:r>
            <a:r>
              <a:rPr lang="en-US" sz="3600" b="1" dirty="0"/>
              <a:t>manual billing</a:t>
            </a:r>
            <a:r>
              <a:rPr lang="en-US" sz="3600" dirty="0"/>
              <a:t>, which takes more time and often leads to </a:t>
            </a:r>
            <a:r>
              <a:rPr lang="en-US" sz="3600" b="1" dirty="0"/>
              <a:t>calculation mistakes</a:t>
            </a:r>
            <a:r>
              <a:rPr lang="en-US" sz="3600" dirty="0"/>
              <a:t> in total, discount, and GST. Updating the menu, tracking stock, and storing record files is difficult without a computerized system. Because of this, restaurants need a </a:t>
            </a:r>
            <a:r>
              <a:rPr lang="en-US" sz="3600" b="1" dirty="0"/>
              <a:t>fast and error-free billing system with secure menu management and data storage.</a:t>
            </a:r>
            <a:endParaRPr lang="en-IN" sz="3600" dirty="0"/>
          </a:p>
        </p:txBody>
      </p:sp>
    </p:spTree>
    <p:extLst>
      <p:ext uri="{BB962C8B-B14F-4D97-AF65-F5344CB8AC3E}">
        <p14:creationId xmlns:p14="http://schemas.microsoft.com/office/powerpoint/2010/main" val="3030578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B68399-010C-0870-325B-511A469AD74E}"/>
              </a:ext>
            </a:extLst>
          </p:cNvPr>
          <p:cNvSpPr>
            <a:spLocks noGrp="1"/>
          </p:cNvSpPr>
          <p:nvPr>
            <p:ph type="title"/>
          </p:nvPr>
        </p:nvSpPr>
        <p:spPr/>
        <p:txBody>
          <a:bodyPr>
            <a:normAutofit/>
          </a:bodyPr>
          <a:lstStyle/>
          <a:p>
            <a:pPr algn="ctr"/>
            <a:r>
              <a:rPr lang="en-IN" sz="5400" b="1" dirty="0"/>
              <a:t>OBJECTIVE OF THIS PROJECT </a:t>
            </a:r>
          </a:p>
        </p:txBody>
      </p:sp>
      <p:sp>
        <p:nvSpPr>
          <p:cNvPr id="5" name="Rectangle 1">
            <a:extLst>
              <a:ext uri="{FF2B5EF4-FFF2-40B4-BE49-F238E27FC236}">
                <a16:creationId xmlns:a16="http://schemas.microsoft.com/office/drawing/2014/main" id="{4BF7F4B5-0FCF-91CD-FC97-8942461D5963}"/>
              </a:ext>
            </a:extLst>
          </p:cNvPr>
          <p:cNvSpPr>
            <a:spLocks noGrp="1" noChangeArrowheads="1"/>
          </p:cNvSpPr>
          <p:nvPr>
            <p:ph idx="1"/>
          </p:nvPr>
        </p:nvSpPr>
        <p:spPr bwMode="auto">
          <a:xfrm>
            <a:off x="838201" y="1828711"/>
            <a:ext cx="10515599"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To automate food billing and reduce manual errors.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To manage menu items (add, update, delete, search).</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To calculate discount and GST automatically.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To update stock after every order with low stock alert.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To store menu and sales permanently using file handling.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To provide secure access using admin login</a:t>
            </a:r>
          </a:p>
        </p:txBody>
      </p:sp>
      <p:pic>
        <p:nvPicPr>
          <p:cNvPr id="7" name="Picture 6">
            <a:extLst>
              <a:ext uri="{FF2B5EF4-FFF2-40B4-BE49-F238E27FC236}">
                <a16:creationId xmlns:a16="http://schemas.microsoft.com/office/drawing/2014/main" id="{AFB6538F-144C-1BCD-5887-0A9488CA7861}"/>
              </a:ext>
            </a:extLst>
          </p:cNvPr>
          <p:cNvPicPr>
            <a:picLocks noChangeAspect="1"/>
          </p:cNvPicPr>
          <p:nvPr/>
        </p:nvPicPr>
        <p:blipFill>
          <a:blip r:embed="rId2"/>
          <a:stretch>
            <a:fillRect/>
          </a:stretch>
        </p:blipFill>
        <p:spPr>
          <a:xfrm>
            <a:off x="7402170" y="4137035"/>
            <a:ext cx="4234863" cy="2382387"/>
          </a:xfrm>
          <a:prstGeom prst="rect">
            <a:avLst/>
          </a:prstGeom>
        </p:spPr>
      </p:pic>
    </p:spTree>
    <p:extLst>
      <p:ext uri="{BB962C8B-B14F-4D97-AF65-F5344CB8AC3E}">
        <p14:creationId xmlns:p14="http://schemas.microsoft.com/office/powerpoint/2010/main" val="10539802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98AC5-6585-375E-E623-907CCFCB18C5}"/>
              </a:ext>
            </a:extLst>
          </p:cNvPr>
          <p:cNvSpPr>
            <a:spLocks noGrp="1"/>
          </p:cNvSpPr>
          <p:nvPr>
            <p:ph type="title"/>
          </p:nvPr>
        </p:nvSpPr>
        <p:spPr>
          <a:xfrm>
            <a:off x="838200" y="408257"/>
            <a:ext cx="10515600" cy="1325563"/>
          </a:xfrm>
        </p:spPr>
        <p:txBody>
          <a:bodyPr>
            <a:normAutofit/>
          </a:bodyPr>
          <a:lstStyle/>
          <a:p>
            <a:pPr algn="ctr"/>
            <a:r>
              <a:rPr lang="en-IN" sz="4900" b="1" dirty="0"/>
              <a:t>FEATURES OF THE SYSTEM </a:t>
            </a:r>
          </a:p>
        </p:txBody>
      </p:sp>
      <p:sp>
        <p:nvSpPr>
          <p:cNvPr id="3" name="Content Placeholder 2">
            <a:extLst>
              <a:ext uri="{FF2B5EF4-FFF2-40B4-BE49-F238E27FC236}">
                <a16:creationId xmlns:a16="http://schemas.microsoft.com/office/drawing/2014/main" id="{9A2935E9-A331-D53D-3C29-6E98597AE6DB}"/>
              </a:ext>
            </a:extLst>
          </p:cNvPr>
          <p:cNvSpPr>
            <a:spLocks noGrp="1"/>
          </p:cNvSpPr>
          <p:nvPr>
            <p:ph idx="1"/>
          </p:nvPr>
        </p:nvSpPr>
        <p:spPr/>
        <p:txBody>
          <a:bodyPr>
            <a:normAutofit/>
          </a:bodyPr>
          <a:lstStyle/>
          <a:p>
            <a:pPr marL="0" indent="0">
              <a:buNone/>
            </a:pPr>
            <a:r>
              <a:rPr lang="en-IN" b="1" dirty="0"/>
              <a:t>📌 Key Features </a:t>
            </a:r>
          </a:p>
          <a:p>
            <a:pPr marL="0" indent="0">
              <a:buNone/>
            </a:pPr>
            <a:endParaRPr lang="en-IN" b="1" dirty="0"/>
          </a:p>
          <a:p>
            <a:r>
              <a:rPr lang="en-IN" dirty="0"/>
              <a:t>🔐 Admin Login – Protects menu from unauthorized changes.</a:t>
            </a:r>
          </a:p>
          <a:p>
            <a:r>
              <a:rPr lang="en-IN" dirty="0"/>
              <a:t>➕ Add, Update &amp; Delete Menu Items</a:t>
            </a:r>
          </a:p>
          <a:p>
            <a:r>
              <a:rPr lang="en-IN" dirty="0"/>
              <a:t>🔍 Search items by name</a:t>
            </a:r>
          </a:p>
          <a:p>
            <a:r>
              <a:rPr lang="en-IN" dirty="0"/>
              <a:t>↕ Sort menu (by name or price)</a:t>
            </a:r>
          </a:p>
          <a:p>
            <a:r>
              <a:rPr lang="en-IN" dirty="0"/>
              <a:t>🧾 Generates Bill with GST &amp; Discount</a:t>
            </a:r>
          </a:p>
          <a:p>
            <a:r>
              <a:rPr lang="en-IN" dirty="0"/>
              <a:t>💾 Stores menu &amp; sales permanently using files</a:t>
            </a:r>
          </a:p>
          <a:p>
            <a:pPr marL="0" indent="0">
              <a:buNone/>
            </a:pPr>
            <a:endParaRPr lang="en-US" dirty="0"/>
          </a:p>
        </p:txBody>
      </p:sp>
    </p:spTree>
    <p:extLst>
      <p:ext uri="{BB962C8B-B14F-4D97-AF65-F5344CB8AC3E}">
        <p14:creationId xmlns:p14="http://schemas.microsoft.com/office/powerpoint/2010/main" val="19929186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ADF2A0-EDD4-D934-6DC7-54AD411EF868}"/>
              </a:ext>
            </a:extLst>
          </p:cNvPr>
          <p:cNvSpPr>
            <a:spLocks noGrp="1"/>
          </p:cNvSpPr>
          <p:nvPr>
            <p:ph type="title"/>
          </p:nvPr>
        </p:nvSpPr>
        <p:spPr/>
        <p:txBody>
          <a:bodyPr>
            <a:normAutofit/>
          </a:bodyPr>
          <a:lstStyle/>
          <a:p>
            <a:pPr algn="ctr"/>
            <a:r>
              <a:rPr lang="en-IN" sz="5400" b="1" dirty="0"/>
              <a:t>SOME PICTURES OF THE PROJECT </a:t>
            </a:r>
          </a:p>
        </p:txBody>
      </p:sp>
      <p:pic>
        <p:nvPicPr>
          <p:cNvPr id="5" name="Picture 4">
            <a:extLst>
              <a:ext uri="{FF2B5EF4-FFF2-40B4-BE49-F238E27FC236}">
                <a16:creationId xmlns:a16="http://schemas.microsoft.com/office/drawing/2014/main" id="{ABEAB2DC-1ED2-04A7-FE1C-A7C4FC4A9B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1719" y="1809293"/>
            <a:ext cx="4046724" cy="2275360"/>
          </a:xfrm>
          <a:prstGeom prst="rect">
            <a:avLst/>
          </a:prstGeom>
        </p:spPr>
      </p:pic>
      <p:pic>
        <p:nvPicPr>
          <p:cNvPr id="7" name="Picture 6">
            <a:extLst>
              <a:ext uri="{FF2B5EF4-FFF2-40B4-BE49-F238E27FC236}">
                <a16:creationId xmlns:a16="http://schemas.microsoft.com/office/drawing/2014/main" id="{22EEBE4F-052B-A22E-2051-CB9690F3BE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33267" y="4203258"/>
            <a:ext cx="4055176" cy="2280112"/>
          </a:xfrm>
          <a:prstGeom prst="rect">
            <a:avLst/>
          </a:prstGeom>
        </p:spPr>
      </p:pic>
      <p:pic>
        <p:nvPicPr>
          <p:cNvPr id="9" name="Picture 8">
            <a:extLst>
              <a:ext uri="{FF2B5EF4-FFF2-40B4-BE49-F238E27FC236}">
                <a16:creationId xmlns:a16="http://schemas.microsoft.com/office/drawing/2014/main" id="{B2C09628-76CE-8821-FA3F-99F41EC04BB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88758" y="1809293"/>
            <a:ext cx="4038290" cy="2275360"/>
          </a:xfrm>
          <a:prstGeom prst="rect">
            <a:avLst/>
          </a:prstGeom>
        </p:spPr>
      </p:pic>
      <p:pic>
        <p:nvPicPr>
          <p:cNvPr id="11" name="Picture 10">
            <a:extLst>
              <a:ext uri="{FF2B5EF4-FFF2-40B4-BE49-F238E27FC236}">
                <a16:creationId xmlns:a16="http://schemas.microsoft.com/office/drawing/2014/main" id="{DB971789-ACE8-3565-99F5-AB5ED3F4ACC0}"/>
              </a:ext>
            </a:extLst>
          </p:cNvPr>
          <p:cNvPicPr>
            <a:picLocks noChangeAspect="1"/>
          </p:cNvPicPr>
          <p:nvPr/>
        </p:nvPicPr>
        <p:blipFill>
          <a:blip r:embed="rId5"/>
          <a:stretch>
            <a:fillRect/>
          </a:stretch>
        </p:blipFill>
        <p:spPr>
          <a:xfrm>
            <a:off x="6488758" y="4203258"/>
            <a:ext cx="4058473" cy="2280112"/>
          </a:xfrm>
          <a:prstGeom prst="rect">
            <a:avLst/>
          </a:prstGeom>
        </p:spPr>
      </p:pic>
    </p:spTree>
    <p:extLst>
      <p:ext uri="{BB962C8B-B14F-4D97-AF65-F5344CB8AC3E}">
        <p14:creationId xmlns:p14="http://schemas.microsoft.com/office/powerpoint/2010/main" val="27481018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300346-D273-806A-761E-2FC57D0B7858}"/>
              </a:ext>
            </a:extLst>
          </p:cNvPr>
          <p:cNvSpPr>
            <a:spLocks noGrp="1"/>
          </p:cNvSpPr>
          <p:nvPr>
            <p:ph type="title"/>
          </p:nvPr>
        </p:nvSpPr>
        <p:spPr/>
        <p:txBody>
          <a:bodyPr>
            <a:normAutofit/>
          </a:bodyPr>
          <a:lstStyle/>
          <a:p>
            <a:pPr algn="ctr"/>
            <a:r>
              <a:rPr lang="en-IN" sz="5400" b="1" dirty="0"/>
              <a:t>CONCLUSION</a:t>
            </a:r>
          </a:p>
        </p:txBody>
      </p:sp>
      <p:sp>
        <p:nvSpPr>
          <p:cNvPr id="3" name="Content Placeholder 2">
            <a:extLst>
              <a:ext uri="{FF2B5EF4-FFF2-40B4-BE49-F238E27FC236}">
                <a16:creationId xmlns:a16="http://schemas.microsoft.com/office/drawing/2014/main" id="{0E0B1879-978A-9ED0-CA25-629E45B4A24E}"/>
              </a:ext>
            </a:extLst>
          </p:cNvPr>
          <p:cNvSpPr>
            <a:spLocks noGrp="1"/>
          </p:cNvSpPr>
          <p:nvPr>
            <p:ph idx="1"/>
          </p:nvPr>
        </p:nvSpPr>
        <p:spPr/>
        <p:txBody>
          <a:bodyPr/>
          <a:lstStyle/>
          <a:p>
            <a:pPr marL="0" indent="0">
              <a:buNone/>
            </a:pPr>
            <a:r>
              <a:rPr lang="en-US" dirty="0"/>
              <a:t>The Restaurant Billing System successfully automates the billing and menu management process. It reduces manual work, eliminates calculation errors, updates stock automatically, and securely stores data using file handling. With features like admin login, GST &amp; discount billing, and low stock alerts, the system provides </a:t>
            </a:r>
            <a:r>
              <a:rPr lang="en-US" b="1" dirty="0"/>
              <a:t>fast, accurate, and reliable service</a:t>
            </a:r>
            <a:r>
              <a:rPr lang="en-US" dirty="0"/>
              <a:t> for restaurants</a:t>
            </a:r>
            <a:endParaRPr lang="en-IN" dirty="0"/>
          </a:p>
        </p:txBody>
      </p:sp>
    </p:spTree>
    <p:extLst>
      <p:ext uri="{BB962C8B-B14F-4D97-AF65-F5344CB8AC3E}">
        <p14:creationId xmlns:p14="http://schemas.microsoft.com/office/powerpoint/2010/main" val="11190041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174F9FF-F22B-7ADA-4D03-A58B3E6917F4}"/>
              </a:ext>
            </a:extLst>
          </p:cNvPr>
          <p:cNvPicPr>
            <a:picLocks noChangeAspect="1"/>
          </p:cNvPicPr>
          <p:nvPr/>
        </p:nvPicPr>
        <p:blipFill>
          <a:blip r:embed="rId2"/>
          <a:stretch>
            <a:fillRect/>
          </a:stretch>
        </p:blipFill>
        <p:spPr>
          <a:xfrm>
            <a:off x="2590800" y="1952625"/>
            <a:ext cx="7010400" cy="2952750"/>
          </a:xfrm>
          <a:prstGeom prst="rect">
            <a:avLst/>
          </a:prstGeom>
        </p:spPr>
      </p:pic>
    </p:spTree>
    <p:extLst>
      <p:ext uri="{BB962C8B-B14F-4D97-AF65-F5344CB8AC3E}">
        <p14:creationId xmlns:p14="http://schemas.microsoft.com/office/powerpoint/2010/main" val="31424231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491</TotalTime>
  <Words>368</Words>
  <Application>Microsoft Office PowerPoint</Application>
  <PresentationFormat>Widescreen</PresentationFormat>
  <Paragraphs>41</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Calibri Light</vt:lpstr>
      <vt:lpstr>Office Theme</vt:lpstr>
      <vt:lpstr>SCHOOL OF ENGINEERING AND TECHNOLOGY </vt:lpstr>
      <vt:lpstr>INDEX</vt:lpstr>
      <vt:lpstr>INTRODUCTION TO RESTAURANT BILLING SYSTEM </vt:lpstr>
      <vt:lpstr>PROBLEM STATEMENT</vt:lpstr>
      <vt:lpstr>OBJECTIVE OF THIS PROJECT </vt:lpstr>
      <vt:lpstr>FEATURES OF THE SYSTEM </vt:lpstr>
      <vt:lpstr>SOME PICTURES OF THE PROJECT </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SCHOOL OF VOCATIONAL EDUCATION AND TRAINING</dc:title>
  <dc:creator>tanmaya kumar</dc:creator>
  <cp:lastModifiedBy>TANMAYA KUMAR</cp:lastModifiedBy>
  <cp:revision>6</cp:revision>
  <dcterms:created xsi:type="dcterms:W3CDTF">2023-12-16T18:00:31Z</dcterms:created>
  <dcterms:modified xsi:type="dcterms:W3CDTF">2025-11-22T18:49:38Z</dcterms:modified>
</cp:coreProperties>
</file>